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ustom Show 1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DA"/>
    <a:srgbClr val="055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1EF6F-13B6-4224-ACCD-B1C95FCA3356}" v="16" dt="2026-10-08T16:04:17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ạt Thành Nguyễn" userId="bc763fce17ad9e97" providerId="LiveId" clId="{2958AA7D-3798-4A28-8EF0-6CF4C039366E}"/>
    <pc:docChg chg="modSld">
      <pc:chgData name="Đạt Thành Nguyễn" userId="bc763fce17ad9e97" providerId="LiveId" clId="{2958AA7D-3798-4A28-8EF0-6CF4C039366E}" dt="2026-10-08T16:04:17.737" v="15"/>
      <pc:docMkLst>
        <pc:docMk/>
      </pc:docMkLst>
      <pc:sldChg chg="modTransition modAnim">
        <pc:chgData name="Đạt Thành Nguyễn" userId="bc763fce17ad9e97" providerId="LiveId" clId="{2958AA7D-3798-4A28-8EF0-6CF4C039366E}" dt="2026-10-08T16:04:17.737" v="15"/>
        <pc:sldMkLst>
          <pc:docMk/>
          <pc:sldMk cId="3692262644" sldId="256"/>
        </pc:sldMkLst>
      </pc:sldChg>
      <pc:sldChg chg="modTransition">
        <pc:chgData name="Đạt Thành Nguyễn" userId="bc763fce17ad9e97" providerId="LiveId" clId="{2958AA7D-3798-4A28-8EF0-6CF4C039366E}" dt="2026-10-08T16:03:29.201" v="7"/>
        <pc:sldMkLst>
          <pc:docMk/>
          <pc:sldMk cId="227582577" sldId="257"/>
        </pc:sldMkLst>
      </pc:sldChg>
      <pc:sldChg chg="modTransition">
        <pc:chgData name="Đạt Thành Nguyễn" userId="bc763fce17ad9e97" providerId="LiveId" clId="{2958AA7D-3798-4A28-8EF0-6CF4C039366E}" dt="2026-10-08T16:03:33.099" v="8"/>
        <pc:sldMkLst>
          <pc:docMk/>
          <pc:sldMk cId="289070028" sldId="258"/>
        </pc:sldMkLst>
      </pc:sldChg>
      <pc:sldChg chg="modTransition">
        <pc:chgData name="Đạt Thành Nguyễn" userId="bc763fce17ad9e97" providerId="LiveId" clId="{2958AA7D-3798-4A28-8EF0-6CF4C039366E}" dt="2026-10-08T16:03:36.294" v="9"/>
        <pc:sldMkLst>
          <pc:docMk/>
          <pc:sldMk cId="2705296862" sldId="259"/>
        </pc:sldMkLst>
      </pc:sldChg>
      <pc:sldChg chg="modTransition">
        <pc:chgData name="Đạt Thành Nguyễn" userId="bc763fce17ad9e97" providerId="LiveId" clId="{2958AA7D-3798-4A28-8EF0-6CF4C039366E}" dt="2026-10-08T16:03:38.519" v="10"/>
        <pc:sldMkLst>
          <pc:docMk/>
          <pc:sldMk cId="3315525214" sldId="260"/>
        </pc:sldMkLst>
      </pc:sldChg>
      <pc:sldChg chg="modTransition">
        <pc:chgData name="Đạt Thành Nguyễn" userId="bc763fce17ad9e97" providerId="LiveId" clId="{2958AA7D-3798-4A28-8EF0-6CF4C039366E}" dt="2026-10-08T16:03:41.301" v="11"/>
        <pc:sldMkLst>
          <pc:docMk/>
          <pc:sldMk cId="3923301740" sldId="261"/>
        </pc:sldMkLst>
      </pc:sldChg>
      <pc:sldChg chg="modTransition">
        <pc:chgData name="Đạt Thành Nguyễn" userId="bc763fce17ad9e97" providerId="LiveId" clId="{2958AA7D-3798-4A28-8EF0-6CF4C039366E}" dt="2026-10-08T16:03:48.790" v="12"/>
        <pc:sldMkLst>
          <pc:docMk/>
          <pc:sldMk cId="1104474952" sldId="262"/>
        </pc:sldMkLst>
      </pc:sldChg>
      <pc:sldChg chg="modTransition">
        <pc:chgData name="Đạt Thành Nguyễn" userId="bc763fce17ad9e97" providerId="LiveId" clId="{2958AA7D-3798-4A28-8EF0-6CF4C039366E}" dt="2026-10-08T16:03:51.160" v="13"/>
        <pc:sldMkLst>
          <pc:docMk/>
          <pc:sldMk cId="3889464643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A7175-494E-49E5-A9BB-6F6FF99DB196}" type="datetimeFigureOut">
              <a:rPr lang="vi-VN" smtClean="0"/>
              <a:t>09/10/2026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52AAF-895F-4D06-B6B4-2BAAD3ECB7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3255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7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2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66C4-89E1-4306-9C99-1F4EFB3B7B17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Giới thiệu Đại học Cần Thơ</a:t>
            </a:r>
            <a:endParaRPr lang="vi-V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 b="1"/>
            </a:lvl1pPr>
          </a:lstStyle>
          <a:p>
            <a:fld id="{B0F951D2-560D-4D1A-8F3B-4EE90971317B}" type="slidenum">
              <a:rPr lang="vi-VN" smtClean="0"/>
              <a:pPr/>
              <a:t>‹#›</a:t>
            </a:fld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24807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10363827" cy="342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FB11-8C34-48AB-8EC5-62099BF426E9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Giới thiệu Đại học Cần Thơ</a:t>
            </a:r>
            <a:endParaRPr lang="vi-V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B0F951D2-560D-4D1A-8F3B-4EE90971317B}" type="slidenum">
              <a:rPr lang="vi-VN" smtClean="0"/>
              <a:pPr/>
              <a:t>‹#›</a:t>
            </a:fld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99376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5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9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4538D-273B-4BB2-9DF3-4920A7039DF6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328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2B8E-135C-487F-AA40-1E8713012D74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346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5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5" y="3051014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4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4FF72-1D7E-4F49-8C3E-2F283FEECA5A}" type="datetime1">
              <a:rPr lang="vi-VN" smtClean="0"/>
              <a:t>09/10/2026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896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2DE85-15FF-457A-88E5-F6E1A6EE28B2}" type="datetime1">
              <a:rPr lang="vi-VN" smtClean="0"/>
              <a:t>09/10/2026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vi-VN"/>
              <a:t>Giới thiệu Đại học Cần Thơ</a:t>
            </a:r>
            <a:endParaRPr lang="vi-VN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B0F951D2-560D-4D1A-8F3B-4EE90971317B}" type="slidenum">
              <a:rPr lang="vi-VN" smtClean="0"/>
              <a:pPr/>
              <a:t>‹#›</a:t>
            </a:fld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51124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9586-1412-4D72-9AC0-0729DE642D69}" type="datetime1">
              <a:rPr lang="vi-VN" smtClean="0"/>
              <a:t>09/10/2026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90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3" y="609602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5E9E-B410-4A2C-818D-38EC4E73CD55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198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506157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72361" y="609601"/>
            <a:ext cx="400780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50613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CE6B7-0C5F-461A-9092-66E1946F58A6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032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E603-DE85-40F4-8CE6-897B4B866D22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465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1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4311-9CF8-4F36-812E-31EBB1840BD3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573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872589"/>
            <a:ext cx="9302752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CF4E-9E77-4F82-B24A-7ACD66B78133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  <p:sp>
        <p:nvSpPr>
          <p:cNvPr id="11" name="TextBox 10"/>
          <p:cNvSpPr txBox="1"/>
          <p:nvPr/>
        </p:nvSpPr>
        <p:spPr>
          <a:xfrm>
            <a:off x="983501" y="887859"/>
            <a:ext cx="729184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6841" y="3120015"/>
            <a:ext cx="7381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7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3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34733-EE88-47ED-AC55-5D34AB3B95AB}" type="datetime1">
              <a:rPr lang="vi-VN" smtClean="0"/>
              <a:t>09/10/2026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1287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5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9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6AB67-9D99-485F-9A04-0FD77AD3EC94}" type="datetime1">
              <a:rPr lang="vi-VN" smtClean="0"/>
              <a:t>09/10/2026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12780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5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2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9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80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7D79-ABF5-4230-82CE-BB19DFD9EF68}" type="datetime1">
              <a:rPr lang="vi-VN" smtClean="0"/>
              <a:t>09/10/2026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6821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5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60FD7-E135-4188-95E1-967308522F64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1228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7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A180E-2F96-4B47-9E9C-4024C8826E6E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3652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F22A9E5-795B-4CC5-A34A-A2EDDCB9CD16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B0F951D2-560D-4D1A-8F3B-4EE90971317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426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E24107-7862-47DD-8661-D97B2134F867}" type="datetime1">
              <a:rPr lang="vi-VN" smtClean="0"/>
              <a:t>09/10/2026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Giới thiệu Đại học Cần Thơ</a:t>
            </a:r>
            <a:endParaRPr lang="vi-VN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0F951D2-560D-4D1A-8F3B-4EE90971317B}" type="slidenum">
              <a:rPr lang="vi-VN" smtClean="0"/>
              <a:pPr/>
              <a:t>‹#›</a:t>
            </a:fld>
            <a:endParaRPr lang="vi-VN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48B0E0F-028E-EAC2-C0CA-E6E70E2F0D9B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301" y="563007"/>
            <a:ext cx="1241385" cy="124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7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̶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▪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58D825-F55C-219B-367C-044E74988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4600" dirty="0"/>
              <a:t>ĐẠI HỌC CẦN THƠ – QUÁ TRÌNH HÌNH THÀNH VÀ PHÁT TRIỂN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D7180B-6CC3-1641-7B35-04157F3C2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b="1" dirty="0"/>
              <a:t>TS</a:t>
            </a:r>
            <a:r>
              <a:rPr lang="vi-VN" b="1"/>
              <a:t>. </a:t>
            </a:r>
            <a:r>
              <a:rPr lang="vi-VN" b="1" smtClean="0"/>
              <a:t>NGUYỄN</a:t>
            </a:r>
            <a:r>
              <a:rPr lang="en-US" b="1" smtClean="0"/>
              <a:t> ĐẠT THÀNH</a:t>
            </a:r>
            <a:endParaRPr lang="vi-V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24C3D0-1852-3AF6-66B4-68A684B6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1F5DCD-75A9-6D0E-1B49-1C1E4B2F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pPr/>
              <a:t>1</a:t>
            </a:fld>
            <a:endParaRPr lang="vi-VN" b="1"/>
          </a:p>
        </p:txBody>
      </p:sp>
    </p:spTree>
    <p:extLst>
      <p:ext uri="{BB962C8B-B14F-4D97-AF65-F5344CB8AC3E}">
        <p14:creationId xmlns:p14="http://schemas.microsoft.com/office/powerpoint/2010/main" val="36922626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33514C-5FF3-E6BD-B6B2-787E00F4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4C0F64-F233-2486-141C-DA68EE6BE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latin typeface="+mn-lt"/>
              </a:rPr>
              <a:t>THỜI KỲ VIỆN ĐẠI HỌC CẦN THƠ (1966 – 1975)</a:t>
            </a:r>
          </a:p>
          <a:p>
            <a:r>
              <a:rPr lang="vi-VN" b="1" dirty="0">
                <a:latin typeface="+mn-lt"/>
              </a:rPr>
              <a:t>ĐHCT GIAI ĐOẠN SAU NĂM 1975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26A2E42-A3E9-6B06-52CA-AF1F0589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EB9FCB-1B1D-2358-D3E3-BFA3860D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2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7582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530D40-1FD2-8585-59EE-C523897D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C6AECB-F14A-768D-F39C-8A27E8CCA2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ĐƯỢC THÀNH LẬP NGÀY 31 THÁNG 03 NĂM 1966</a:t>
            </a:r>
          </a:p>
          <a:p>
            <a:r>
              <a:rPr lang="vi-VN" dirty="0"/>
              <a:t>VIỆN ĐẠI HỌC CẦN THƠ CÓ 4 KHOA:</a:t>
            </a:r>
          </a:p>
          <a:p>
            <a:pPr lvl="1"/>
            <a:r>
              <a:rPr lang="vi-VN" dirty="0"/>
              <a:t>KHOA HỌC</a:t>
            </a:r>
          </a:p>
          <a:p>
            <a:pPr lvl="1"/>
            <a:r>
              <a:rPr lang="vi-VN" dirty="0"/>
              <a:t>KHOA LUẬT</a:t>
            </a:r>
          </a:p>
          <a:p>
            <a:pPr lvl="1"/>
            <a:r>
              <a:rPr lang="vi-VN" dirty="0"/>
              <a:t>KHOA HỌC XÃ HỘI, VĂN KHOA, SƯ PHẠM</a:t>
            </a:r>
          </a:p>
          <a:p>
            <a:pPr lvl="1"/>
            <a:r>
              <a:rPr lang="vi-VN" dirty="0"/>
              <a:t>CAO ĐẲNG NÔNG NGHIỆP VÀ TRUNG TÂM SINH NGỮ</a:t>
            </a:r>
          </a:p>
          <a:p>
            <a:pPr lvl="1"/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EEE529D-5372-7EB3-41D3-7FAD4872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06D28C-5071-22EB-D728-79FDC982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3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9070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68F1B8-8230-0BD4-AC66-CF9C0870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A25688-03F5-5AE1-C3AB-230BD6237F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ĐIỂM:</a:t>
            </a:r>
          </a:p>
          <a:p>
            <a:pPr lvl="1"/>
            <a:r>
              <a:rPr lang="vi-VN" dirty="0"/>
              <a:t>TÒA VIỆN TRƯỞNG(SỐ 5, ĐẠI LỘ HÒA BÌNH)</a:t>
            </a:r>
          </a:p>
          <a:p>
            <a:pPr lvl="1"/>
            <a:r>
              <a:rPr lang="vi-VN" dirty="0"/>
              <a:t>KHU I: (ĐƯỜNG 30/4)</a:t>
            </a:r>
          </a:p>
          <a:p>
            <a:pPr lvl="1"/>
            <a:r>
              <a:rPr lang="vi-VN" dirty="0"/>
              <a:t>KHU II: (ĐƯỜNG 3/2)</a:t>
            </a:r>
          </a:p>
          <a:p>
            <a:pPr lvl="1"/>
            <a:r>
              <a:rPr lang="vi-VN" dirty="0"/>
              <a:t>KHU III: (SỐ 1, LÝ TỰ TRỌNG)</a:t>
            </a:r>
          </a:p>
          <a:p>
            <a:pPr lvl="1"/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02633F1-D951-749B-532F-097E999A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20E6EAA-B945-9F2D-4E18-92DD6CD4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4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05296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807C0D-0A7D-F188-C252-5959A23C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1CE19E-23EF-53AF-D552-49F36E9658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CẤU ĐHCT HIỆN NAY</a:t>
            </a:r>
          </a:p>
          <a:p>
            <a:pPr lvl="1"/>
            <a:r>
              <a:rPr lang="vi-VN" dirty="0"/>
              <a:t>KHOA – VIỆN</a:t>
            </a:r>
          </a:p>
          <a:p>
            <a:pPr lvl="1"/>
            <a:r>
              <a:rPr lang="vi-VN" dirty="0"/>
              <a:t>TRUNG TÂM – TRUNG TÂM ĐÀO TẠO</a:t>
            </a:r>
          </a:p>
          <a:p>
            <a:pPr lvl="1"/>
            <a:r>
              <a:rPr lang="vi-VN" dirty="0"/>
              <a:t>PHÒNG BAN CHỨC NĂNg</a:t>
            </a:r>
          </a:p>
          <a:p>
            <a:pPr lvl="1"/>
            <a:r>
              <a:rPr lang="vi-VN" dirty="0"/>
              <a:t>ĐOÀN THỂ &amp; HỘI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17437BC-D8E3-5A24-C64A-70197364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6C1F0A2-531F-D951-E9AC-3F8F6FFF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5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15525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DC66E2-FF27-B951-DC35-4F897435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155FFC-8C0E-2286-260E-1F91514A00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NGÀY 14/1/1998, TRƯỜNG ĐHCT KHÁNH THÀNH KHOA KHOA HỌC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12 PHÒNG THÍ NGHIỆM (PTN) CHO SINH, HÓA, VẬT LÝ</a:t>
            </a:r>
          </a:p>
          <a:p>
            <a:pPr lvl="2"/>
            <a:r>
              <a:rPr lang="vi-VN" dirty="0"/>
              <a:t>06 PHÒNG MÁY TÍNH ĐƯỢC NỐI MẠNG VỚI NHAU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7F8718A-8FFA-2722-8B86-C98FFC6E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94AF64-760A-5199-46FF-AD9E2F1A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6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92330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979F12-2D7A-35AF-CECD-F09084B4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792D00-A214-F70B-CFDF-B9F92624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9D1B0B-C6E8-D21C-FA2D-C40C4E7C82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VP KHOA VÀ XƯỞNG SỬA CHỮA</a:t>
            </a:r>
          </a:p>
          <a:p>
            <a:pPr lvl="2"/>
            <a:r>
              <a:rPr lang="vi-VN" dirty="0"/>
              <a:t>NĂM 2010, TRƯỜNG ĐÃ ĐẦU TƯ MỞ RỘNG KHU PTN CỦA KHOA</a:t>
            </a:r>
          </a:p>
          <a:p>
            <a:pPr lvl="2"/>
            <a:r>
              <a:rPr lang="vi-VN" dirty="0"/>
              <a:t>XÂY MỚI KHU NHÀ 3 TẦNG VỚI 22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327B6D-B3ED-8E71-E738-9DE119B2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0FE8A8F-73B0-A4ED-4EB9-AE44DD43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7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04474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1E6370E-B7A0-3199-B6ED-BA234683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FFE8A8-15CB-E3F9-8F09-B77CF14A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B68DD8-5098-F524-8085-1D0A0B83D5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KHOA KHTN HIỆN NAY GỒM 04 BỘ MÔN</a:t>
            </a:r>
          </a:p>
          <a:p>
            <a:pPr lvl="2"/>
            <a:r>
              <a:rPr lang="vi-VN" dirty="0"/>
              <a:t>BỘ MÔN SINH HỌC</a:t>
            </a:r>
          </a:p>
          <a:p>
            <a:pPr lvl="2"/>
            <a:r>
              <a:rPr lang="vi-VN" dirty="0"/>
              <a:t>BỘ MÔN HÓA HỌC</a:t>
            </a:r>
          </a:p>
          <a:p>
            <a:pPr lvl="2"/>
            <a:r>
              <a:rPr lang="vi-VN" dirty="0"/>
              <a:t>BỘ MÔN TOÁN HỌC</a:t>
            </a:r>
          </a:p>
          <a:p>
            <a:pPr lvl="2"/>
            <a:r>
              <a:rPr lang="vi-VN" dirty="0"/>
              <a:t>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9701EB9-ABD8-465C-8084-3559F0B6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F3837F9-B8FC-EBE1-E1F8-D243BF7F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8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89464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EA769B-AB9C-0F7B-FA8A-8E882C28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87221C-7321-76A9-40F2-E21E9A85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57EA0A-6222-2799-03E7-0F31A30486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CÔNG TÁC ĐÀO TẠO</a:t>
            </a:r>
          </a:p>
          <a:p>
            <a:pPr lvl="2"/>
            <a:r>
              <a:rPr lang="vi-VN" dirty="0"/>
              <a:t>ĐẠI HỌC: .....</a:t>
            </a:r>
          </a:p>
          <a:p>
            <a:pPr lvl="2"/>
            <a:r>
              <a:rPr lang="vi-VN" dirty="0"/>
              <a:t>SĐH: ....</a:t>
            </a:r>
          </a:p>
          <a:p>
            <a:pPr lvl="1"/>
            <a:r>
              <a:rPr lang="vi-VN" dirty="0"/>
              <a:t>CÔNG TÁC NCKH, BÁO CÁO CHUYÊN ĐỀ: ....</a:t>
            </a:r>
          </a:p>
          <a:p>
            <a:pPr lvl="1"/>
            <a:r>
              <a:rPr lang="vi-VN" dirty="0"/>
              <a:t>CÔNG TÁC ĐÀO TẠO VÀ BỒI DƯỠNG CÁN BỘ: .....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25AEC27-B020-0B86-DED7-A2715F09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0F3738-E8ED-91A9-8AC7-5317A62C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9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1616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34EAD0-3EE9-ABFB-394E-D4BAF683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5A93D1-4909-D437-1CFC-2312789A5E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b="1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KHOA CNTT &amp; TT</a:t>
            </a:r>
            <a:endParaRPr lang="vi-VN" b="1" dirty="0">
              <a:solidFill>
                <a:srgbClr val="00B0F0"/>
              </a:solidFill>
            </a:endParaRPr>
          </a:p>
          <a:p>
            <a:pPr lvl="1"/>
            <a:r>
              <a:rPr lang="vi-VN" dirty="0"/>
              <a:t>ĐƯỢC THÀNH LẬP NĂM 1944 TRÊN CƠ SỞ TRUNG TÂM ĐIỆN TỬ VÀ TIN HỌC</a:t>
            </a:r>
          </a:p>
          <a:p>
            <a:pPr lvl="1"/>
            <a:r>
              <a:rPr lang="vi-VN" dirty="0"/>
              <a:t>NHIỆM VỤ CỦA KHOA LÀ ĐÀO TẠO</a:t>
            </a:r>
          </a:p>
          <a:p>
            <a:pPr lvl="2"/>
            <a:r>
              <a:rPr lang="vi-VN" dirty="0"/>
              <a:t>ĐẠI HỌC VÀ SAU ĐẠI HỌC</a:t>
            </a:r>
          </a:p>
          <a:p>
            <a:pPr lvl="2"/>
            <a:r>
              <a:rPr lang="vi-VN" dirty="0"/>
              <a:t>NCKH VÀ CHUYỂN GIAO CÔNG NGHỆ TRONG LĨNH VỰC CNTT&amp;TT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9490B38-92C1-1886-C06A-1039C424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EFC8F05-0431-0E03-D0D1-46917CC4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10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28360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6CA446-4C54-5205-3F78-57EE3651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0868C2-E353-21B4-059F-0B012A65EF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0049DA"/>
                </a:solidFill>
              </a:rPr>
              <a:t>KHOA CNTT &amp; TT</a:t>
            </a:r>
          </a:p>
          <a:p>
            <a:pPr lvl="1"/>
            <a:r>
              <a:rPr lang="vi-VN" dirty="0"/>
              <a:t>TẦM NHÌN ĐẾN NĂM 2020</a:t>
            </a:r>
          </a:p>
          <a:p>
            <a:pPr lvl="2"/>
            <a:r>
              <a:rPr lang="vi-VN" dirty="0"/>
              <a:t>ĐƠN VỊ ĐÀO TẠO VÀ</a:t>
            </a:r>
          </a:p>
          <a:p>
            <a:pPr lvl="2"/>
            <a:r>
              <a:rPr lang="vi-VN" dirty="0"/>
              <a:t>NGHIÊN CỨU KHOA HỌC VỀ CNTT&amp;TT MẠNH CỦA CẢ NƯỚC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97DC49D-571B-1138-A0E9-849DA48F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01EF19-7B5B-A6A4-B5F3-E64A4FCB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11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5381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994F5F-43D0-5E71-F26A-75F1D85D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B8067A-0FDD-40D2-8453-CC2BA471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905C5F-59DF-F456-E49A-C3ECECEB7B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0049DA"/>
                </a:solidFill>
              </a:rPr>
              <a:t>KHOA CNTT &amp; TT</a:t>
            </a:r>
          </a:p>
          <a:p>
            <a:pPr lvl="1"/>
            <a:r>
              <a:rPr lang="vi-VN" dirty="0"/>
              <a:t>CÁC BỘ MÔN TRUNG TÂM</a:t>
            </a:r>
          </a:p>
          <a:p>
            <a:pPr lvl="2"/>
            <a:r>
              <a:rPr lang="vi-VN" dirty="0"/>
              <a:t>BỘ MÔN HỆ THỐNG THÔNG TIN</a:t>
            </a:r>
          </a:p>
          <a:p>
            <a:pPr lvl="2"/>
            <a:r>
              <a:rPr lang="vi-VN" dirty="0"/>
              <a:t>BỘ MÔN MẠNG MÁY TÍNH &amp; TruyềN thông</a:t>
            </a:r>
          </a:p>
          <a:p>
            <a:pPr lvl="2"/>
            <a:r>
              <a:rPr lang="vi-VN" dirty="0"/>
              <a:t>Bộ môn công nghệ phần mềm</a:t>
            </a:r>
          </a:p>
          <a:p>
            <a:pPr lvl="2"/>
            <a:r>
              <a:rPr lang="vi-VN" dirty="0"/>
              <a:t>Bộ môn khoa học máy tính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C9686B5-BCE5-2571-B854-18E5A262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64BB34-E341-C32B-BDA8-6B7F24DE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12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91034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290082-6454-8FAD-55E6-9AF297CF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A652CA-9952-9A00-CA9A-37AA7E71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SAU GIAI ĐOẠN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17BD02-CF05-8E1F-1EAE-DE4AC4DB34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0049DA"/>
                </a:solidFill>
              </a:rPr>
              <a:t>KHOA CNTT &amp; TT</a:t>
            </a:r>
          </a:p>
          <a:p>
            <a:pPr lvl="1"/>
            <a:r>
              <a:rPr lang="vi-VN" dirty="0"/>
              <a:t>Bộ môn công nghệ thông tin</a:t>
            </a:r>
          </a:p>
          <a:p>
            <a:pPr lvl="1"/>
            <a:r>
              <a:rPr lang="vi-VN" dirty="0"/>
              <a:t>Bộ môn tin học ứng dụng</a:t>
            </a:r>
          </a:p>
          <a:p>
            <a:pPr lvl="1"/>
            <a:r>
              <a:rPr lang="vi-VN" dirty="0"/>
              <a:t>Tổ văn phòng</a:t>
            </a:r>
          </a:p>
          <a:p>
            <a:pPr lvl="1"/>
            <a:r>
              <a:rPr lang="vi-VN" dirty="0"/>
              <a:t>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D100881-EAE2-FBCE-5C8B-6D52FF13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8AD45F-4791-042E-6F4F-9F0A4959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13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9130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BA0A4C-0DE0-0B0E-1C30-54BB3640D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2630912"/>
            <a:ext cx="10364451" cy="1596177"/>
          </a:xfrm>
        </p:spPr>
        <p:txBody>
          <a:bodyPr/>
          <a:lstStyle/>
          <a:p>
            <a:r>
              <a:rPr lang="vi-VN" dirty="0"/>
              <a:t>Cảm ơn sự chú ý của quý vị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4F8F789-E51E-0FD8-CB3B-E5537FF70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66170E-6390-373C-E533-6E3D0972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51D2-560D-4D1A-8F3B-4EE90971317B}" type="slidenum">
              <a:rPr lang="vi-VN" smtClean="0"/>
              <a:t>14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5699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64</TotalTime>
  <Words>609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Cảm ơn sự chú ý của quý vị</vt:lpstr>
      <vt:lpstr>KHTN</vt:lpstr>
      <vt:lpstr>Custom Show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Đạt Thành Nguyễn</dc:creator>
  <cp:lastModifiedBy>student</cp:lastModifiedBy>
  <cp:revision>2</cp:revision>
  <dcterms:created xsi:type="dcterms:W3CDTF">2026-10-08T15:02:53Z</dcterms:created>
  <dcterms:modified xsi:type="dcterms:W3CDTF">2026-10-09T00:25:34Z</dcterms:modified>
</cp:coreProperties>
</file>