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42" y="1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B419B-20E4-40B2-9128-A4985D45B38F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3ACAD6-4215-4166-B106-FBD1D4673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918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ACAD6-4215-4166-B106-FBD1D467386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9088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ACAD6-4215-4166-B106-FBD1D467386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57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alphaModFix amt="5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456F51-8390-A4BF-A219-9D46CCD4D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000" b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4FFBDBB-FF6D-956F-9D06-8E13699FEB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FE0AA25-4767-854F-A522-4E2E52F15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FAC8B-6DE5-4330-B988-4145D7B517CB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A876AD1-EFE7-9500-BDD7-6FB4C3A5C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30E2C25-3DE1-F5CC-D02E-26DE9968B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74538-B3B2-4194-88A3-999ED4158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757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B97B16-EC09-A056-5DC2-81467C9F4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744C8E1-B1D0-EB32-F86B-7BED9AFEF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61A9E63-D2B1-E54A-2940-340F7CF6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FAC8B-6DE5-4330-B988-4145D7B517CB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892E4EC-572E-59EB-EF01-1110052ED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9048294-9F16-CD36-0F69-72C03624D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74538-B3B2-4194-88A3-999ED4158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268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AB8ED98-C82E-A99C-452B-2157A08DA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020E368-DB1D-B43B-8EC5-BD2FC93C3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EDE63A2-E299-C828-5164-4968D5BF5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FAC8B-6DE5-4330-B988-4145D7B517CB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0EBEF53-1686-178D-1C32-E89069B26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6ED551A-98F1-4510-1A22-2289EE61A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74538-B3B2-4194-88A3-999ED4158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609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176F88-F25A-CF4E-1DBC-47A8667E6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D1E93B1-0024-30BF-AB11-496892E634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3488D52-53F1-1E74-008D-BDA75A69D4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23C3F61-7E7D-AE74-DD61-A0F3F444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FAC8B-6DE5-4330-B988-4145D7B517CB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D4127D0-A481-4268-1050-43A1E47FB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8D6C8E7-9C47-5EEF-B931-A27D2106B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74538-B3B2-4194-88A3-999ED4158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953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66DB2A0-8EFA-8312-0338-F7162E81C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04F2913-4FC4-CA4C-62F9-7508ED23D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973DD32-6857-E128-DAC4-8D22E75EA0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ECD65D4-51DE-FD87-C93F-BD5D6EA539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95C3C4DD-45D7-2A13-66A4-5DBE5F6CE3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2D041502-11BD-892D-6BA6-8DC16D02D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FAC8B-6DE5-4330-B988-4145D7B517CB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7B05C108-76DD-20DE-664E-3D065095E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7BBAC211-3B73-AE4E-0254-8D010C0AE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74538-B3B2-4194-88A3-999ED4158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554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alphaModFix amt="5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C60B8CD-14A1-A689-4832-51884477B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C92862D6-35ED-FC5C-C66D-31FA7C0A1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FAC8B-6DE5-4330-B988-4145D7B517CB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1AB7F23-0B2F-FBB3-F09B-07B3C3864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E614B02-4078-4B3E-58E1-EAB59805A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74538-B3B2-4194-88A3-999ED4158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126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76BDED2D-11F8-E5E2-1A91-3DCE0577A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FAC8B-6DE5-4330-B988-4145D7B517CB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D9C44939-EF79-618D-8588-35AB0A58B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066C560-10AF-B5BF-710A-1F05D7116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74538-B3B2-4194-88A3-999ED4158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174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95BEED2-35EC-32A7-B9D7-D259776EB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8EDDB43-0706-3FBD-31A7-231760320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80B6B15-3A99-76EF-7F0A-C9C950AD70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36051A7-8E91-6414-E4A1-2AE85A18A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FAC8B-6DE5-4330-B988-4145D7B517CB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F24E3D7-0282-1637-63B3-D1CB74774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9A2B801-68A3-41A3-479E-B8F4E8BDE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74538-B3B2-4194-88A3-999ED4158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758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93EB01F-4F27-B4DF-CC65-DB791D1F3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A3AC56F2-35F8-B4D7-D9F0-F73B9BBAEF2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4C53795-EFE7-57EB-7120-C7749151EF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A3C1363-61B0-9E08-3DF4-274D28AB7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FAC8B-6DE5-4330-B988-4145D7B517CB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302B8D6-12D6-3DCE-2B85-C21A6E465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F6E5700-9B79-10A0-5D80-3693B0F51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74538-B3B2-4194-88A3-999ED4158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395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975090C-785A-6422-F8D0-DEBEB6D0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7BF76A41-4E92-2CD8-8CDE-262895483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253C5B4-6AEF-6E40-3283-72BBEBF13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FAC8B-6DE5-4330-B988-4145D7B517CB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7679E18-596D-7D43-6B34-33C590C4B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C3B1FF8-ECE1-1E2C-05FD-06AF3C240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74538-B3B2-4194-88A3-999ED4158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052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A1A4A093-1394-8E5E-0E5C-B9936900EE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B3B77C8-E7C6-17FF-D2E9-0E99EC47C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5F6F507-F2D3-B8F6-13C9-21B2AFC83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FAC8B-6DE5-4330-B988-4145D7B517CB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B6E9E8A-BDEF-B0FD-6406-D8C9F040E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848CCCD-D75C-5717-0B8E-A28321F72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74538-B3B2-4194-88A3-999ED4158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551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5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70A2C51A-ED30-6088-6CFD-1890A1301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B15D466-79B0-1394-D150-AB8B9E23F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17C360A-0D27-BBFB-B863-5B7BBB2C19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AFAC8B-6DE5-4330-B988-4145D7B517CB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238FFC4-4FFB-2578-43CF-BEB7970B69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857E239-AA87-80D4-5365-93E6A8C6BE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874538-B3B2-4194-88A3-999ED4158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651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996633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Times New Roman" panose="02020603050405020304" pitchFamily="18" charset="0"/>
        <a:buChar char="‐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Times New Roman" panose="02020603050405020304" pitchFamily="18" charset="0"/>
        <a:buChar char="+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171700" indent="-3429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ü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xmlns="" id="{29856BC5-BAFE-85DA-1E71-EE17054F0A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BỐ CỤC MỘT BÀI THUYẾT TRÌNH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xmlns="" id="{6E285BA1-DD5D-5AC5-4B7B-EFFD033E86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ThS</a:t>
            </a:r>
            <a:r>
              <a:rPr lang="en-US"/>
              <a:t>. </a:t>
            </a:r>
            <a:r>
              <a:rPr lang="en-US" smtClean="0"/>
              <a:t>Nguyễn Trần Phước Tấn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C94F8C98-4D5D-CEC4-3888-C4C1F3372510}"/>
              </a:ext>
            </a:extLst>
          </p:cNvPr>
          <p:cNvSpPr txBox="1"/>
          <p:nvPr/>
        </p:nvSpPr>
        <p:spPr>
          <a:xfrm>
            <a:off x="6096000" y="5504804"/>
            <a:ext cx="4728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Trích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Tủ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Khoa Học VLOS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62AD747F-0D70-9F61-09D0-09A6EED5B71B}"/>
              </a:ext>
            </a:extLst>
          </p:cNvPr>
          <p:cNvSpPr txBox="1"/>
          <p:nvPr/>
        </p:nvSpPr>
        <p:spPr>
          <a:xfrm>
            <a:off x="10441858" y="627298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88239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B7581C9-B6D0-2E75-2562-9AEC68DD8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CEE1F87-DAE6-5CD4-1B2D-8FF1F29A8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đầu</a:t>
            </a:r>
            <a:endParaRPr lang="en-US" dirty="0"/>
          </a:p>
          <a:p>
            <a:pPr lvl="1"/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đích</a:t>
            </a:r>
            <a:endParaRPr lang="en-US" dirty="0"/>
          </a:p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chính</a:t>
            </a:r>
            <a:endParaRPr lang="en-US" dirty="0"/>
          </a:p>
          <a:p>
            <a:pPr lvl="1"/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, ý </a:t>
            </a:r>
            <a:r>
              <a:rPr lang="en-US" dirty="0" err="1"/>
              <a:t>kiến</a:t>
            </a:r>
            <a:endParaRPr lang="en-US" dirty="0"/>
          </a:p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kết</a:t>
            </a:r>
            <a:endParaRPr lang="en-US" dirty="0"/>
          </a:p>
          <a:p>
            <a:pPr lvl="1"/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tắc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bài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925D309E-F598-3B76-07B9-31F8CE04EAF2}"/>
              </a:ext>
            </a:extLst>
          </p:cNvPr>
          <p:cNvSpPr txBox="1"/>
          <p:nvPr/>
        </p:nvSpPr>
        <p:spPr>
          <a:xfrm>
            <a:off x="10441858" y="627298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29376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970B2C-0DEA-1F6F-4860-983345C64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đầu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BFC1ED9-4F68-4A4F-33B1-807D19B3B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Thu </a:t>
            </a:r>
            <a:r>
              <a:rPr lang="en-US" dirty="0" err="1"/>
              <a:t>hút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chú</a:t>
            </a:r>
            <a:r>
              <a:rPr lang="en-US" dirty="0"/>
              <a:t> ý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nghe</a:t>
            </a:r>
            <a:endParaRPr lang="en-US" dirty="0"/>
          </a:p>
          <a:p>
            <a:pPr lvl="1"/>
            <a:r>
              <a:rPr lang="en-US" dirty="0" err="1">
                <a:hlinkClick r:id="rId2" action="ppaction://hlinksldjump"/>
              </a:rPr>
              <a:t>Sử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dụng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một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đoạn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trích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dẫn</a:t>
            </a:r>
            <a:endParaRPr lang="en-US" dirty="0"/>
          </a:p>
          <a:p>
            <a:pPr lvl="1"/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hỏi</a:t>
            </a:r>
            <a:endParaRPr lang="en-US" dirty="0"/>
          </a:p>
          <a:p>
            <a:pPr lvl="1"/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hứa</a:t>
            </a:r>
            <a:endParaRPr lang="en-US" dirty="0"/>
          </a:p>
          <a:p>
            <a:pPr lvl="1"/>
            <a:r>
              <a:rPr lang="en-US" dirty="0" err="1"/>
              <a:t>Thậm</a:t>
            </a:r>
            <a:r>
              <a:rPr lang="en-US" dirty="0"/>
              <a:t> </a:t>
            </a:r>
            <a:r>
              <a:rPr lang="en-US" dirty="0" err="1"/>
              <a:t>chí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endParaRPr lang="en-US" dirty="0"/>
          </a:p>
          <a:p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lược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endParaRPr lang="en-US" dirty="0"/>
          </a:p>
          <a:p>
            <a:pPr lvl="1"/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endParaRPr lang="en-US" dirty="0"/>
          </a:p>
          <a:p>
            <a:pPr lvl="1"/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nghe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rõ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FF3A987-56D6-CA8C-F952-E0A108DFA3B5}"/>
              </a:ext>
            </a:extLst>
          </p:cNvPr>
          <p:cNvSpPr txBox="1"/>
          <p:nvPr/>
        </p:nvSpPr>
        <p:spPr>
          <a:xfrm>
            <a:off x="10441858" y="627298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43810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799006-9AED-3902-8DBC-D550FB68C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chính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1C98492-69A3-0BE1-C7A3-D8A453B01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</a:p>
          <a:p>
            <a:pPr lvl="1"/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,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endParaRPr lang="en-US" dirty="0"/>
          </a:p>
          <a:p>
            <a:pPr lvl="1"/>
            <a:r>
              <a:rPr lang="en-US" dirty="0"/>
              <a:t>Ý </a:t>
            </a:r>
            <a:r>
              <a:rPr lang="en-US" dirty="0" err="1"/>
              <a:t>tưởng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lang="en-US" dirty="0"/>
          </a:p>
          <a:p>
            <a:pPr lvl="1"/>
            <a:r>
              <a:rPr lang="en-US" dirty="0">
                <a:hlinkClick r:id="rId2" action="ppaction://hlinksldjump"/>
              </a:rPr>
              <a:t>Cung </a:t>
            </a:r>
            <a:r>
              <a:rPr lang="en-US" dirty="0" err="1">
                <a:hlinkClick r:id="rId2" action="ppaction://hlinksldjump"/>
              </a:rPr>
              <a:t>cấp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ví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dụ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chứng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minh</a:t>
            </a:r>
            <a:endParaRPr lang="en-US" dirty="0"/>
          </a:p>
          <a:p>
            <a:pPr lvl="1"/>
            <a:r>
              <a:rPr lang="en-US" dirty="0"/>
              <a:t>Lợi </a:t>
            </a:r>
            <a:r>
              <a:rPr lang="en-US" dirty="0" err="1"/>
              <a:t>ích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lang="en-US" dirty="0"/>
          </a:p>
          <a:p>
            <a:pPr lvl="1"/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/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thể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91983657-CFF3-F9F5-2480-E894ECCAA35D}"/>
              </a:ext>
            </a:extLst>
          </p:cNvPr>
          <p:cNvSpPr txBox="1"/>
          <p:nvPr/>
        </p:nvSpPr>
        <p:spPr>
          <a:xfrm>
            <a:off x="10441858" y="627298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08936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F4ABE62-E350-42B3-3AF6-DD69127CF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kết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0306802-10FC-E885-2E47-C5855CB57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tắc</a:t>
            </a:r>
            <a:endParaRPr lang="en-US" dirty="0"/>
          </a:p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cuối</a:t>
            </a:r>
            <a:r>
              <a:rPr lang="en-US" dirty="0"/>
              <a:t> </a:t>
            </a:r>
            <a:r>
              <a:rPr lang="en-US" dirty="0" err="1"/>
              <a:t>cùng</a:t>
            </a:r>
            <a:endParaRPr lang="en-US" dirty="0"/>
          </a:p>
          <a:p>
            <a:pPr lvl="1"/>
            <a:r>
              <a:rPr lang="en-US" dirty="0"/>
              <a:t>Liệu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ngưới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7E438D74-A15B-0138-2829-5351AA9B77BB}"/>
              </a:ext>
            </a:extLst>
          </p:cNvPr>
          <p:cNvSpPr txBox="1"/>
          <p:nvPr/>
        </p:nvSpPr>
        <p:spPr>
          <a:xfrm>
            <a:off x="10441858" y="627298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713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8CB6C73C-B784-D151-9980-B61658E428A0}"/>
              </a:ext>
            </a:extLst>
          </p:cNvPr>
          <p:cNvSpPr txBox="1">
            <a:spLocks/>
          </p:cNvSpPr>
          <p:nvPr/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dirty="0" err="1"/>
              <a:t>Cảm</a:t>
            </a:r>
            <a:r>
              <a:rPr lang="en-US" dirty="0"/>
              <a:t> </a:t>
            </a:r>
            <a:r>
              <a:rPr lang="en-US" dirty="0" err="1"/>
              <a:t>ơn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chú</a:t>
            </a:r>
            <a:r>
              <a:rPr lang="en-US" dirty="0"/>
              <a:t> ý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quý</a:t>
            </a:r>
            <a:r>
              <a:rPr lang="en-US" dirty="0"/>
              <a:t> </a:t>
            </a:r>
            <a:r>
              <a:rPr lang="en-US" dirty="0" err="1"/>
              <a:t>vị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1DE5754-AF28-14CD-22E7-4B0738707F03}"/>
              </a:ext>
            </a:extLst>
          </p:cNvPr>
          <p:cNvSpPr txBox="1"/>
          <p:nvPr/>
        </p:nvSpPr>
        <p:spPr>
          <a:xfrm>
            <a:off x="10441858" y="627298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526487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111D8C-8A21-3C98-C032-5DC5A1403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Ví</a:t>
            </a:r>
            <a:r>
              <a:rPr lang="en-US" sz="3200" dirty="0"/>
              <a:t> </a:t>
            </a:r>
            <a:r>
              <a:rPr lang="en-US" sz="3200" dirty="0" err="1"/>
              <a:t>dụ</a:t>
            </a:r>
            <a:r>
              <a:rPr lang="en-US" sz="3200" dirty="0"/>
              <a:t>: </a:t>
            </a:r>
            <a:r>
              <a:rPr lang="en-US" sz="3200" dirty="0" err="1"/>
              <a:t>sử</a:t>
            </a:r>
            <a:r>
              <a:rPr lang="en-US" sz="3200" dirty="0"/>
              <a:t> </a:t>
            </a:r>
            <a:r>
              <a:rPr lang="en-US" sz="3200" dirty="0" err="1"/>
              <a:t>dụng</a:t>
            </a:r>
            <a:r>
              <a:rPr lang="en-US" sz="3200" dirty="0"/>
              <a:t> </a:t>
            </a:r>
            <a:r>
              <a:rPr lang="en-US" sz="3200" dirty="0" err="1"/>
              <a:t>một</a:t>
            </a:r>
            <a:r>
              <a:rPr lang="en-US" sz="3200" dirty="0"/>
              <a:t> </a:t>
            </a:r>
            <a:r>
              <a:rPr lang="en-US" sz="3200" dirty="0" err="1"/>
              <a:t>đoạn</a:t>
            </a:r>
            <a:r>
              <a:rPr lang="en-US" sz="3200" dirty="0"/>
              <a:t> </a:t>
            </a:r>
            <a:r>
              <a:rPr lang="en-US" sz="3200" dirty="0" err="1"/>
              <a:t>trích</a:t>
            </a:r>
            <a:r>
              <a:rPr lang="en-US" sz="3200" dirty="0"/>
              <a:t> </a:t>
            </a:r>
            <a:r>
              <a:rPr lang="en-US" sz="3200" dirty="0" err="1"/>
              <a:t>dẫn</a:t>
            </a:r>
            <a:r>
              <a:rPr lang="en-US" sz="3200" dirty="0"/>
              <a:t> </a:t>
            </a:r>
            <a:r>
              <a:rPr lang="en-US" sz="3200" dirty="0" err="1"/>
              <a:t>khi</a:t>
            </a:r>
            <a:r>
              <a:rPr lang="en-US" sz="3200" dirty="0"/>
              <a:t> </a:t>
            </a:r>
            <a:r>
              <a:rPr lang="en-US" sz="3200" dirty="0" err="1"/>
              <a:t>giới</a:t>
            </a:r>
            <a:r>
              <a:rPr lang="en-US" sz="3200" dirty="0"/>
              <a:t> </a:t>
            </a:r>
            <a:r>
              <a:rPr lang="en-US" sz="3200" dirty="0" err="1"/>
              <a:t>thiệu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B55C890-8CBF-6B61-87EC-89144EEA4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Ta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trích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lợi</a:t>
            </a:r>
            <a:r>
              <a:rPr lang="en-US" dirty="0"/>
              <a:t> </a:t>
            </a:r>
            <a:r>
              <a:rPr lang="en-US" dirty="0" err="1"/>
              <a:t>ích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ngành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</a:t>
            </a:r>
          </a:p>
          <a:p>
            <a:pPr marL="0" indent="0">
              <a:buNone/>
            </a:pPr>
            <a:r>
              <a:rPr lang="en-US" dirty="0"/>
              <a:t>	“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,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luôn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tầm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cuộc</a:t>
            </a:r>
            <a:r>
              <a:rPr lang="en-US" dirty="0"/>
              <a:t> </a:t>
            </a:r>
            <a:r>
              <a:rPr lang="en-US" dirty="0" err="1"/>
              <a:t>sống</a:t>
            </a:r>
            <a:r>
              <a:rPr lang="en-US" dirty="0"/>
              <a:t>. Các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đôi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giỏi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. </a:t>
            </a:r>
            <a:r>
              <a:rPr lang="en-US" dirty="0" err="1"/>
              <a:t>Ngành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CNTT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coi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lĩnh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</a:t>
            </a:r>
            <a:r>
              <a:rPr lang="en-US" dirty="0" err="1"/>
              <a:t>ngày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triên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/>
              <a:t>ích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ngành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. </a:t>
            </a:r>
            <a:r>
              <a:rPr lang="en-US" dirty="0" err="1"/>
              <a:t>Vậy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lợi</a:t>
            </a:r>
            <a:r>
              <a:rPr lang="en-US" dirty="0"/>
              <a:t> </a:t>
            </a:r>
            <a:r>
              <a:rPr lang="en-US" dirty="0" err="1"/>
              <a:t>ích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ngành</a:t>
            </a:r>
            <a:r>
              <a:rPr lang="en-US" dirty="0"/>
              <a:t> CNTT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995D5E9F-283B-DA6A-B8CA-B808136B0CAD}"/>
              </a:ext>
            </a:extLst>
          </p:cNvPr>
          <p:cNvSpPr txBox="1"/>
          <p:nvPr/>
        </p:nvSpPr>
        <p:spPr>
          <a:xfrm>
            <a:off x="10441858" y="627298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737281C0-14B4-D82B-43C6-8D0BB6A6C2AE}"/>
              </a:ext>
            </a:extLst>
          </p:cNvPr>
          <p:cNvGrpSpPr/>
          <p:nvPr/>
        </p:nvGrpSpPr>
        <p:grpSpPr>
          <a:xfrm>
            <a:off x="5525729" y="6046613"/>
            <a:ext cx="1140542" cy="688877"/>
            <a:chOff x="5525729" y="6046613"/>
            <a:chExt cx="1140542" cy="688877"/>
          </a:xfrm>
        </p:grpSpPr>
        <p:sp>
          <p:nvSpPr>
            <p:cNvPr id="15" name="Rectangle 14">
              <a:hlinkClick r:id="rId3" action="ppaction://hlinksldjump"/>
              <a:extLst>
                <a:ext uri="{FF2B5EF4-FFF2-40B4-BE49-F238E27FC236}">
                  <a16:creationId xmlns:a16="http://schemas.microsoft.com/office/drawing/2014/main" xmlns="" id="{BF12D1C7-70D7-0D91-0973-3E6F58178150}"/>
                </a:ext>
              </a:extLst>
            </p:cNvPr>
            <p:cNvSpPr/>
            <p:nvPr/>
          </p:nvSpPr>
          <p:spPr>
            <a:xfrm>
              <a:off x="5525729" y="6046613"/>
              <a:ext cx="1140542" cy="6880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Arrow: U-Turn 16">
              <a:hlinkClick r:id="rId3" action="ppaction://hlinksldjump"/>
              <a:extLst>
                <a:ext uri="{FF2B5EF4-FFF2-40B4-BE49-F238E27FC236}">
                  <a16:creationId xmlns:a16="http://schemas.microsoft.com/office/drawing/2014/main" xmlns="" id="{BF8AB83E-0E96-8BBE-ACDC-AC843E5D281B}"/>
                </a:ext>
              </a:extLst>
            </p:cNvPr>
            <p:cNvSpPr/>
            <p:nvPr/>
          </p:nvSpPr>
          <p:spPr>
            <a:xfrm rot="10800000" flipH="1">
              <a:off x="5652515" y="6080800"/>
              <a:ext cx="886970" cy="654690"/>
            </a:xfrm>
            <a:prstGeom prst="uturnArrow">
              <a:avLst>
                <a:gd name="adj1" fmla="val 25000"/>
                <a:gd name="adj2" fmla="val 25000"/>
                <a:gd name="adj3" fmla="val 25000"/>
                <a:gd name="adj4" fmla="val 55227"/>
                <a:gd name="adj5" fmla="val 10000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55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E0BA7C8-4AC5-5575-DC08-E22AA71AE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Ví</a:t>
            </a:r>
            <a:r>
              <a:rPr lang="en-US" sz="3200" dirty="0"/>
              <a:t> </a:t>
            </a:r>
            <a:r>
              <a:rPr lang="en-US" sz="3200" dirty="0" err="1"/>
              <a:t>dụ</a:t>
            </a:r>
            <a:r>
              <a:rPr lang="en-US" sz="3200" dirty="0"/>
              <a:t> </a:t>
            </a:r>
            <a:r>
              <a:rPr lang="en-US" sz="3200" dirty="0" err="1"/>
              <a:t>minh</a:t>
            </a:r>
            <a:r>
              <a:rPr lang="en-US" sz="3200" dirty="0"/>
              <a:t> </a:t>
            </a:r>
            <a:r>
              <a:rPr lang="en-US" sz="3200" dirty="0" err="1"/>
              <a:t>chứng</a:t>
            </a:r>
            <a:r>
              <a:rPr lang="en-US" sz="3200" dirty="0"/>
              <a:t> </a:t>
            </a:r>
            <a:r>
              <a:rPr lang="en-US" sz="3200" dirty="0" err="1"/>
              <a:t>một</a:t>
            </a:r>
            <a:r>
              <a:rPr lang="en-US" sz="3200" dirty="0"/>
              <a:t> </a:t>
            </a:r>
            <a:r>
              <a:rPr lang="en-US" sz="3200" dirty="0" err="1"/>
              <a:t>vấn</a:t>
            </a:r>
            <a:r>
              <a:rPr lang="en-US" sz="3200" dirty="0"/>
              <a:t> </a:t>
            </a:r>
            <a:r>
              <a:rPr lang="en-US" sz="3200" dirty="0" err="1"/>
              <a:t>đề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8069787-2957-4DFE-C96B-348466184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tuyển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2020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75D50201-F310-5243-359A-BFCC3906B3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418888"/>
              </p:ext>
            </p:extLst>
          </p:nvPr>
        </p:nvGraphicFramePr>
        <p:xfrm>
          <a:off x="1143000" y="2399737"/>
          <a:ext cx="10210800" cy="37084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5975555">
                  <a:extLst>
                    <a:ext uri="{9D8B030D-6E8A-4147-A177-3AD203B41FA5}">
                      <a16:colId xmlns:a16="http://schemas.microsoft.com/office/drawing/2014/main" xmlns="" val="2885963075"/>
                    </a:ext>
                  </a:extLst>
                </a:gridCol>
                <a:gridCol w="4235245">
                  <a:extLst>
                    <a:ext uri="{9D8B030D-6E8A-4147-A177-3AD203B41FA5}">
                      <a16:colId xmlns:a16="http://schemas.microsoft.com/office/drawing/2014/main" xmlns="" val="5973058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Tên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ngành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chuyên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ngành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Số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lượng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tuyến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sinh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612471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Công </a:t>
                      </a: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nghệ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thông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tin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272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50661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Công </a:t>
                      </a: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nghệ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thông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tin - CLC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144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38250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Công </a:t>
                      </a: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nghệ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thông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tin - HA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43482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Mạng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máy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tính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truyền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thông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dữ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liệu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149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62875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Kỹ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thuật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phần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mềm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266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47733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Hệ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thống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thông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tin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135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88187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Khoa </a:t>
                      </a: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học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máy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tính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178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64918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Tin </a:t>
                      </a: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học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Ứng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dụng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58257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Tổng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1251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4453885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151DBF9-3F1A-4DA6-89D4-409076D46CA7}"/>
              </a:ext>
            </a:extLst>
          </p:cNvPr>
          <p:cNvSpPr txBox="1"/>
          <p:nvPr/>
        </p:nvSpPr>
        <p:spPr>
          <a:xfrm>
            <a:off x="10441858" y="627298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E3DD9878-1B0C-70DA-F256-D7B905F5B950}"/>
              </a:ext>
            </a:extLst>
          </p:cNvPr>
          <p:cNvGrpSpPr/>
          <p:nvPr/>
        </p:nvGrpSpPr>
        <p:grpSpPr>
          <a:xfrm>
            <a:off x="9470593" y="1035973"/>
            <a:ext cx="1140542" cy="788689"/>
            <a:chOff x="5525729" y="6046613"/>
            <a:chExt cx="1140542" cy="688033"/>
          </a:xfrm>
        </p:grpSpPr>
        <p:sp>
          <p:nvSpPr>
            <p:cNvPr id="11" name="Rectangle 10">
              <a:hlinkClick r:id="rId2" action="ppaction://hlinksldjump"/>
              <a:extLst>
                <a:ext uri="{FF2B5EF4-FFF2-40B4-BE49-F238E27FC236}">
                  <a16:creationId xmlns:a16="http://schemas.microsoft.com/office/drawing/2014/main" xmlns="" id="{939FD881-023D-6795-90DD-A9CF59378CD8}"/>
                </a:ext>
              </a:extLst>
            </p:cNvPr>
            <p:cNvSpPr/>
            <p:nvPr/>
          </p:nvSpPr>
          <p:spPr>
            <a:xfrm>
              <a:off x="5525729" y="6046613"/>
              <a:ext cx="1140542" cy="6880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Arrow: U-Turn 11">
              <a:hlinkClick r:id="rId2" action="ppaction://hlinksldjump"/>
              <a:extLst>
                <a:ext uri="{FF2B5EF4-FFF2-40B4-BE49-F238E27FC236}">
                  <a16:creationId xmlns:a16="http://schemas.microsoft.com/office/drawing/2014/main" xmlns="" id="{2950753F-2A80-C0DE-DD18-3357CF3FEB9E}"/>
                </a:ext>
              </a:extLst>
            </p:cNvPr>
            <p:cNvSpPr/>
            <p:nvPr/>
          </p:nvSpPr>
          <p:spPr>
            <a:xfrm rot="10800000" flipH="1">
              <a:off x="5652515" y="6063644"/>
              <a:ext cx="886970" cy="654690"/>
            </a:xfrm>
            <a:prstGeom prst="uturnArrow">
              <a:avLst>
                <a:gd name="adj1" fmla="val 25000"/>
                <a:gd name="adj2" fmla="val 25000"/>
                <a:gd name="adj3" fmla="val 25000"/>
                <a:gd name="adj4" fmla="val 55227"/>
                <a:gd name="adj5" fmla="val 10000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9796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282</Words>
  <Application>Microsoft Office PowerPoint</Application>
  <PresentationFormat>Widescreen</PresentationFormat>
  <Paragraphs>66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Times New Roman</vt:lpstr>
      <vt:lpstr>Wingdings</vt:lpstr>
      <vt:lpstr>Office Theme</vt:lpstr>
      <vt:lpstr>BỐ CỤC MỘT BÀI THUYẾT TRÌNH</vt:lpstr>
      <vt:lpstr>Giới thiệu</vt:lpstr>
      <vt:lpstr>Phần mở đầu</vt:lpstr>
      <vt:lpstr>Phần chính</vt:lpstr>
      <vt:lpstr>Phần kết</vt:lpstr>
      <vt:lpstr>PowerPoint Presentation</vt:lpstr>
      <vt:lpstr>Ví dụ: sử dụng một đoạn trích dẫn khi giới thiệu</vt:lpstr>
      <vt:lpstr>Ví dụ minh chứng một vấn đề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BỐ CỤC MỘT BÀI THUYẾT TRÌNH</dc:title>
  <dc:creator>Tan Phuoc</dc:creator>
  <cp:lastModifiedBy>student</cp:lastModifiedBy>
  <cp:revision>2</cp:revision>
  <dcterms:created xsi:type="dcterms:W3CDTF">2026-10-08T12:18:50Z</dcterms:created>
  <dcterms:modified xsi:type="dcterms:W3CDTF">2026-10-09T00:22:09Z</dcterms:modified>
</cp:coreProperties>
</file>